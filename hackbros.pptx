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reenithi-15.github.io/abhaya/#slide-1" TargetMode="External"/><Relationship Id="rId4" Type="http://schemas.openxmlformats.org/officeDocument/2006/relationships/hyperlink" Target="https://app-hazel-eight-24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preenithi-15.github.io/abhaya/#slide-2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preenithi-15.github.io/abhaya/#slide-3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preenithi-15.github.io/abhaya/#slide-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preenithi-15.github.io/abhaya/#slide-5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preenithi-15.github.io/abhaya/#slide-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preenithi-15.github.io/abhaya/#slide-7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preenithi-15.github.io/abhaya/#slide-8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preenithi-15.github.io/abhaya/#slide-9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app-hazel-eight-24.vercel.app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259300" y="0"/>
            <a:ext cx="3086100" cy="10287000"/>
            <a:chOff x="0" y="0"/>
            <a:chExt cx="812800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6" name="TextBox 5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7" name="Isosceles Triangle 6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686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1B2559"/>
                </a:solidFill>
                <a:latin typeface="Segoe UI"/>
              </a:rPr>
              <a:t>🌐 Live App: </a:t>
            </a:r>
            <a:r>
              <a:rPr b="1" sz="1800" u="sng">
                <a:solidFill>
                  <a:srgbClr val="4F46E5"/>
                </a:solidFill>
                <a:latin typeface="Segoe UI"/>
                <a:hlinkClick r:id="rId4"/>
              </a:rPr>
              <a:t>https://app-hazel-eight-24.vercel.app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47" t="0" r="-847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47" t="0" r="-847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88" r="0" b="-888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7737766" y="0"/>
            <a:ext cx="3086100" cy="10287000"/>
            <a:chOff x="0" y="0"/>
            <a:chExt cx="812800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7" name="Isosceles Triangle 6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9326880" y="36576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sz="1600">
                <a:solidFill>
                  <a:srgbClr val="1B2559"/>
                </a:solidFill>
                <a:latin typeface="Segoe UI"/>
                <a:hlinkClick r:id="rId3"/>
              </a:rPr>
              <a:t>Click to hear the team explain </a:t>
            </a:r>
          </a:p>
        </p:txBody>
      </p:sp>
      <p:sp>
        <p:nvSpPr>
          <p:cNvPr id="4" name="Isosceles Triangle 3">
            <a:hlinkClick r:id="rId3"/>
          </p:cNvPr>
          <p:cNvSpPr/>
          <p:nvPr/>
        </p:nvSpPr>
        <p:spPr>
          <a:xfrm rot="5400000">
            <a:off x="15636240" y="411480"/>
            <a:ext cx="731520" cy="731520"/>
          </a:xfrm>
          <a:prstGeom prst="triangle">
            <a:avLst/>
          </a:prstGeom>
          <a:solidFill>
            <a:srgbClr val="4F46E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5" r="0" b="-55"/>
            </a:stretch>
          </a:blipFill>
        </p:spPr>
      </p:sp>
      <p:sp>
        <p:nvSpPr>
          <p:cNvPr id="3" name="TextBox 2"/>
          <p:cNvSpPr txBox="1"/>
          <p:nvPr/>
        </p:nvSpPr>
        <p:spPr>
          <a:xfrm>
            <a:off x="731520" y="8686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1B2559"/>
                </a:solidFill>
                <a:latin typeface="Segoe UI"/>
              </a:rPr>
              <a:t>🌐 Live App: </a:t>
            </a:r>
            <a:r>
              <a:rPr b="1" sz="1800" u="sng">
                <a:solidFill>
                  <a:srgbClr val="4F46E5"/>
                </a:solidFill>
                <a:latin typeface="Segoe UI"/>
                <a:hlinkClick r:id="rId3"/>
              </a:rPr>
              <a:t>https://app-hazel-eight-24.vercel.app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DAHV8IcPmPw</dc:identifier>
  <dcterms:modified xsi:type="dcterms:W3CDTF">2011-08-01T06:04:30Z</dcterms:modified>
  <cp:revision>1</cp:revision>
  <dc:title>Blue and Beige Simple Project Proposal Presentation</dc:title>
</cp:coreProperties>
</file>