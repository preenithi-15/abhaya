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preenithi-15.github.io/abhaya/#slide-1" TargetMode="External"/><Relationship Id="rId4" Type="http://schemas.openxmlformats.org/officeDocument/2006/relationships/hyperlink" Target="https://app-hazel-eight-24.vercel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preenithi-15.github.io/abhaya/#slide-3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preenithi-15.github.io/abhaya/#slide-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preenithi-15.github.io/abhaya/#slide-5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preenithi-15.github.io/abhaya/#slide-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preenithi-15.github.io/abhaya/#slide-7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preenithi-15.github.io/abhaya/#slide-8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preenithi-15.github.io/abhaya/#slide-9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preenithi-15.github.io/abhaya/#slide-10" TargetMode="External"/><Relationship Id="rId4" Type="http://schemas.openxmlformats.org/officeDocument/2006/relationships/hyperlink" Target="https://app-hazel-eight-24.vercel.app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259300" y="0"/>
            <a:ext cx="3086100" cy="10287000"/>
            <a:chOff x="0" y="0"/>
            <a:chExt cx="812800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812800">
                  <a:moveTo>
                    <a:pt x="90311" y="0"/>
                  </a:moveTo>
                  <a:lnTo>
                    <a:pt x="722489" y="0"/>
                  </a:lnTo>
                  <a:cubicBezTo>
                    <a:pt x="746441" y="0"/>
                    <a:pt x="769412" y="9515"/>
                    <a:pt x="786348" y="26452"/>
                  </a:cubicBezTo>
                  <a:cubicBezTo>
                    <a:pt x="803285" y="43388"/>
                    <a:pt x="812800" y="66359"/>
                    <a:pt x="812800" y="90311"/>
                  </a:cubicBezTo>
                  <a:lnTo>
                    <a:pt x="812800" y="2619022"/>
                  </a:lnTo>
                  <a:cubicBezTo>
                    <a:pt x="812800" y="2642974"/>
                    <a:pt x="803285" y="2665945"/>
                    <a:pt x="786348" y="2682882"/>
                  </a:cubicBezTo>
                  <a:cubicBezTo>
                    <a:pt x="769412" y="2699818"/>
                    <a:pt x="746441" y="2709333"/>
                    <a:pt x="722489" y="2709333"/>
                  </a:cubicBezTo>
                  <a:lnTo>
                    <a:pt x="90311" y="2709333"/>
                  </a:lnTo>
                  <a:cubicBezTo>
                    <a:pt x="40434" y="2709333"/>
                    <a:pt x="0" y="2668900"/>
                    <a:pt x="0" y="2619022"/>
                  </a:cubicBezTo>
                  <a:lnTo>
                    <a:pt x="0" y="90311"/>
                  </a:lnTo>
                  <a:cubicBezTo>
                    <a:pt x="0" y="66359"/>
                    <a:pt x="9515" y="43388"/>
                    <a:pt x="26452" y="26452"/>
                  </a:cubicBezTo>
                  <a:cubicBezTo>
                    <a:pt x="43388" y="9515"/>
                    <a:pt x="66359" y="0"/>
                    <a:pt x="90311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12800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7" name="Isosceles Triangle 6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686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1B2559"/>
                </a:solidFill>
                <a:latin typeface="Segoe UI"/>
              </a:rPr>
              <a:t>🌐 Live App: </a:t>
            </a:r>
            <a:r>
              <a:rPr b="1" sz="1800" u="sng">
                <a:solidFill>
                  <a:srgbClr val="4F46E5"/>
                </a:solidFill>
                <a:latin typeface="Segoe UI"/>
                <a:hlinkClick r:id="rId4"/>
              </a:rPr>
              <a:t>https://app-hazel-eight-24.vercel.app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47" t="0" r="-847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47" t="0" r="-847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88" r="0" b="-888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7737766" y="0"/>
            <a:ext cx="3086100" cy="10287000"/>
            <a:chOff x="0" y="0"/>
            <a:chExt cx="812800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812800">
                  <a:moveTo>
                    <a:pt x="90311" y="0"/>
                  </a:moveTo>
                  <a:lnTo>
                    <a:pt x="722489" y="0"/>
                  </a:lnTo>
                  <a:cubicBezTo>
                    <a:pt x="746441" y="0"/>
                    <a:pt x="769412" y="9515"/>
                    <a:pt x="786348" y="26452"/>
                  </a:cubicBezTo>
                  <a:cubicBezTo>
                    <a:pt x="803285" y="43388"/>
                    <a:pt x="812800" y="66359"/>
                    <a:pt x="812800" y="90311"/>
                  </a:cubicBezTo>
                  <a:lnTo>
                    <a:pt x="812800" y="2619022"/>
                  </a:lnTo>
                  <a:cubicBezTo>
                    <a:pt x="812800" y="2642974"/>
                    <a:pt x="803285" y="2665945"/>
                    <a:pt x="786348" y="2682882"/>
                  </a:cubicBezTo>
                  <a:cubicBezTo>
                    <a:pt x="769412" y="2699818"/>
                    <a:pt x="746441" y="2709333"/>
                    <a:pt x="722489" y="2709333"/>
                  </a:cubicBezTo>
                  <a:lnTo>
                    <a:pt x="90311" y="2709333"/>
                  </a:lnTo>
                  <a:cubicBezTo>
                    <a:pt x="40434" y="2709333"/>
                    <a:pt x="0" y="2668900"/>
                    <a:pt x="0" y="2619022"/>
                  </a:cubicBezTo>
                  <a:lnTo>
                    <a:pt x="0" y="90311"/>
                  </a:lnTo>
                  <a:cubicBezTo>
                    <a:pt x="0" y="66359"/>
                    <a:pt x="9515" y="43388"/>
                    <a:pt x="26452" y="26452"/>
                  </a:cubicBezTo>
                  <a:cubicBezTo>
                    <a:pt x="43388" y="9515"/>
                    <a:pt x="66359" y="0"/>
                    <a:pt x="90311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95250"/>
              <a:ext cx="812800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7" name="Isosceles Triangle 6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5" r="0" b="-55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1B2559"/>
                </a:solidFill>
                <a:latin typeface="Segoe UI"/>
              </a:rPr>
              <a:t>🌐 Live App: </a:t>
            </a:r>
            <a:r>
              <a:rPr b="1" sz="1800" u="sng">
                <a:solidFill>
                  <a:srgbClr val="4F46E5"/>
                </a:solidFill>
                <a:latin typeface="Segoe UI"/>
                <a:hlinkClick r:id="rId4"/>
              </a:rPr>
              <a:t>https://app-hazel-eight-24.vercel.app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DAHV8IcPmPw</dc:identifier>
  <dcterms:modified xsi:type="dcterms:W3CDTF">2011-08-01T06:04:30Z</dcterms:modified>
  <cp:revision>1</cp:revision>
  <dc:title>Blue and Beige Simple Project Proposal Presentation</dc:title>
</cp:coreProperties>
</file>